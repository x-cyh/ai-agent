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6950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41471" y="1808262"/>
            <a:ext cx="2461058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38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人生故事書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315361" y="2751088"/>
            <a:ext cx="251327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800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組別／組員**：個人專題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315361" y="3106638"/>
            <a:ext cx="251327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800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日期**：2026-06-24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6950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482501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專題介紹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47601"/>
            <a:ext cx="8128099" cy="26670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「人生故事書」是一個讓父母留下「最想說給孩子聽」的一段人生故事的 App。</a:t>
            </a:r>
            <a:endParaRPr lang="en-US" sz="160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*專題名稱**：人生故事書</a:t>
            </a:r>
            <a:endParaRPr lang="en-US" sz="160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*一句話**：留下最想說給孩子聽的一段人生故事</a:t>
            </a:r>
            <a:endParaRPr lang="en-US" sz="160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*主要使用者**：父母</a:t>
            </a:r>
            <a:endParaRPr lang="en-US" sz="160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*想解決的問題**：小孩常常不知道父母的經歷，缺乏理解</a:t>
            </a:r>
            <a:endParaRPr lang="en-US" sz="160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透過採訪式的引導流程，父母只要輸入一句「故事主線」，右欄的 AI 助手就會沿著主線依序追問——背景、開端、衝突、決定、結果、意義，最後整理成一段「留給孩子的話…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6950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30101"/>
            <a:ext cx="849802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學校 Server 環境</a:t>
            </a:r>
            <a:endParaRPr lang="en-US" sz="2600" dirty="0"/>
          </a:p>
        </p:txBody>
      </p:sp>
      <p:pic>
        <p:nvPicPr>
          <p:cNvPr id="4" name="Image 0" descr="C:/Users/AI_1/Desktop/ai-agent/report/assets/server-topolo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1705" y="1370112"/>
            <a:ext cx="2820591" cy="27938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2987" y="4689574"/>
            <a:ext cx="84980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透過學校 API Key 呼叫 Ollama Router（不標示位址）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6950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380851"/>
            <a:ext cx="860155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系統概覽</a:t>
            </a:r>
            <a:endParaRPr lang="en-US" sz="2600" dirty="0"/>
          </a:p>
        </p:txBody>
      </p:sp>
      <p:pic>
        <p:nvPicPr>
          <p:cNvPr id="4" name="Image 0" descr="C:/Users/AI_1/Desktop/ai-agent/report/assets/project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550" y="945952"/>
            <a:ext cx="4317950" cy="15089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76651" y="945952"/>
            <a:ext cx="3911798" cy="5524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左欄 Streamlit 自訂頁與右欄 Agent 的互動如下。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6950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482501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47601"/>
            <a:ext cx="8128099" cy="35242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（無條列）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6950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482501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創新／亮點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47601"/>
            <a:ext cx="8128099" cy="35242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（無條列）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6950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482501"/>
            <a:ext cx="829066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技術含量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47601"/>
            <a:ext cx="8128099" cy="14097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*Streamlit**：左欄 UI 框架（`studio_shell/pages/10_Life_Story.py`）。</a:t>
            </a:r>
            <a:endParaRPr lang="en-US" sz="160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*Agent Studio**：右欄 LLM 對話（透過學校 Ollama Router）。</a:t>
            </a:r>
            <a:endParaRPr lang="en-US" sz="160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*JSON 狀態檔**：`studio_shell/data/` 儲存故事索引與進度。</a:t>
            </a:r>
            <a:endParaRPr lang="en-US" sz="160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*`【NOTES】/【FACTS】` 標記解析**：Agent 回應自動寫回左欄的機制。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6950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人生故事書</a:t>
            </a:r>
            <a:endParaRPr lang="en-US" sz="2600" dirty="0"/>
          </a:p>
        </p:txBody>
      </p:sp>
      <p:pic>
        <p:nvPicPr>
          <p:cNvPr id="4" name="Image 0" descr="C:/Users/AI_1/Desktop/ai-agent/report/assets/demo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267" y="987326"/>
            <a:ext cx="6773317" cy="38098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peas-capstone-report</dc:creator>
  <cp:lastModifiedBy>peas-capstone-report</cp:lastModifiedBy>
  <cp:revision>1</cp:revision>
  <dcterms:created xsi:type="dcterms:W3CDTF">2026-06-24T09:16:15Z</dcterms:created>
  <dcterms:modified xsi:type="dcterms:W3CDTF">2026-06-24T09:16:15Z</dcterms:modified>
</cp:coreProperties>
</file>